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-1-node-1-Title-1"/>
          <p:cNvSpPr txBox="0"/>
          <p:nvPr/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/>
        </p:spPr>
        <p:txBody>
          <a:bodyPr/>
          <a:lstStyle/>
          <a:p>
            <a:pPr marL="0"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pPr>
            <a:r>
              <a:rPr lang="en-US" sz="4400" kern="120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《开局被鸽》视觉基调设定</a:t>
            </a:r>
          </a:p>
        </p:txBody>
      </p:sp>
      <p:sp>
        <p:nvSpPr>
          <p:cNvPr id="3" name="slide-1-node-2-Subtitle-2"/>
          <p:cNvSpPr txBox="0"/>
          <p:nvPr/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/>
        </p:spPr>
        <p:txBody>
          <a:bodyPr vert="horz" lIns="91440" tIns="45720" rIns="91440" bIns="45720" rtlCol="0">
            <a:normAutofit/>
          </a:bodyPr>
          <a:lstStyle/>
          <a:p>
            <a:pPr marL="0" algn="ctr" defTabSz="457200" rtl="0" eaLnBrk="1" latinLnBrk="0" hangingPunct="1" indent="0">
              <a:buNone/>
              <a:defRPr>
                <a:solidFill>
                  <a:schemeClr val="tx1">
                    <a:tint val="75000"/>
                  </a:schemeClr>
                </a:solidFill>
              </a:defRPr>
            </a:pPr>
            <a:r>
              <a:rPr lang="en-US" sz="1800" kern="120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Office 工具链连通性测试 · 2026-10-19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-2-node-3-Title-1"/>
          <p:cNvSpPr txBox="0"/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/>
        </p:spPr>
        <p:txBody>
          <a:bodyPr vert="horz" lIns="91440" tIns="45720" rIns="91440" bIns="45720" rtlCol="0" anchor="ctr">
            <a:normAutofit/>
          </a:bodyPr>
          <a:lstStyle/>
          <a:p>
            <a:pPr marL="0"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pPr>
            <a:r>
              <a:rPr lang="en-US" sz="4400" kern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一、视觉基调总纲（一句话定位）</a:t>
            </a:r>
          </a:p>
        </p:txBody>
      </p:sp>
      <p:sp>
        <p:nvSpPr>
          <p:cNvPr id="3" name="slide-2-node-4-Content-Placeholder-2"/>
          <p:cNvSpPr txBox="0"/>
          <p:nvPr/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/>
        </p:spPr>
        <p:txBody>
          <a:bodyPr vert="horz" lIns="91440" tIns="45720" rIns="91440" bIns="45720" rtlCol="0">
            <a:normAutofit/>
          </a:bodyPr>
          <a:lstStyle/>
          <a:p>
            <a:pPr marL="0" algn="l" defTabSz="457200" rtl="0" eaLnBrk="1" latinLnBrk="0" hangingPunct="1">
              <a:defRPr sz="2000">
                <a:latin typeface="微软雅黑"/>
              </a:defRPr>
            </a:pPr>
            <a:r>
              <a:rPr lang="en-US" sz="2000" kern="120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冷青 × 暗金主调，夜戏占比高</a:t>
            </a:r>
          </a:p>
          <a:p>
            <a:pPr marL="0" algn="l" defTabSz="457200" rtl="0" eaLnBrk="1" latinLnBrk="0" hangingPunct="1">
              <a:defRPr sz="2000">
                <a:latin typeface="微软雅黑"/>
              </a:defRPr>
            </a:pPr>
            <a:r>
              <a:rPr lang="en-US" sz="2000" kern="120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教堂冷白光 vs 家族宅邸暖金</a:t>
            </a:r>
          </a:p>
          <a:p>
            <a:pPr marL="0" algn="l" defTabSz="457200" rtl="0" eaLnBrk="1" latinLnBrk="0" hangingPunct="1">
              <a:defRPr sz="2000">
                <a:latin typeface="微软雅黑"/>
              </a:defRPr>
            </a:pPr>
            <a:r>
              <a:rPr lang="en-US" sz="2000" kern="120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命运戒指为唯一高饱和视觉焦点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-3-node-5-Title-1"/>
          <p:cNvSpPr txBox="0"/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/>
        </p:spPr>
        <p:txBody>
          <a:bodyPr vert="horz" lIns="91440" tIns="45720" rIns="91440" bIns="45720" rtlCol="0" anchor="ctr">
            <a:normAutofit/>
          </a:bodyPr>
          <a:lstStyle/>
          <a:p>
            <a:pPr marL="0"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pPr>
            <a:r>
              <a:rPr lang="en-US" sz="4400" kern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二、对标影片（Visual Benchmarks）</a:t>
            </a:r>
          </a:p>
        </p:txBody>
      </p:sp>
      <p:sp>
        <p:nvSpPr>
          <p:cNvPr id="3" name="slide-3-node-6-Content-Placeholder-2"/>
          <p:cNvSpPr txBox="0"/>
          <p:nvPr/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/>
        </p:spPr>
        <p:txBody>
          <a:bodyPr vert="horz" lIns="91440" tIns="45720" rIns="91440" bIns="45720" rtlCol="0">
            <a:normAutofit/>
          </a:bodyPr>
          <a:lstStyle/>
          <a:p>
            <a:pPr marL="0" algn="l" defTabSz="457200" rtl="0" eaLnBrk="1" latinLnBrk="0" hangingPunct="1">
              <a:defRPr sz="2000">
                <a:latin typeface="微软雅黑"/>
              </a:defRPr>
            </a:pPr>
            <a:r>
              <a:rPr lang="en-US" sz="2000" kern="120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冷青：权力/命运/系统提示</a:t>
            </a:r>
          </a:p>
          <a:p>
            <a:pPr marL="0" algn="l" defTabSz="457200" rtl="0" eaLnBrk="1" latinLnBrk="0" hangingPunct="1">
              <a:defRPr sz="2000">
                <a:latin typeface="微软雅黑"/>
              </a:defRPr>
            </a:pPr>
            <a:r>
              <a:rPr lang="en-US" sz="2000" kern="120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暗金：Elorza-Salazar 家族财富</a:t>
            </a:r>
          </a:p>
          <a:p>
            <a:pPr marL="0" algn="l" defTabSz="457200" rtl="0" eaLnBrk="1" latinLnBrk="0" hangingPunct="1">
              <a:defRPr sz="2000">
                <a:latin typeface="微软雅黑"/>
              </a:defRPr>
            </a:pPr>
            <a:r>
              <a:rPr lang="en-US" sz="2000" kern="120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血红：背叛与冲突爆发点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-4-node-7-Title-1"/>
          <p:cNvSpPr txBox="0"/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/>
        </p:spPr>
        <p:txBody>
          <a:bodyPr vert="horz" lIns="91440" tIns="45720" rIns="91440" bIns="45720" rtlCol="0" anchor="ctr">
            <a:normAutofit/>
          </a:bodyPr>
          <a:lstStyle/>
          <a:p>
            <a:pPr marL="0"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pPr>
            <a:r>
              <a:rPr lang="en-US" sz="4400" kern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三、验证点</a:t>
            </a:r>
          </a:p>
        </p:txBody>
      </p:sp>
      <p:sp>
        <p:nvSpPr>
          <p:cNvPr id="3" name="slide-4-node-8-Content-Placeholder-2"/>
          <p:cNvSpPr txBox="0"/>
          <p:nvPr/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/>
        </p:spPr>
        <p:txBody>
          <a:bodyPr vert="horz" lIns="91440" tIns="45720" rIns="91440" bIns="45720" rtlCol="0">
            <a:normAutofit/>
          </a:bodyPr>
          <a:lstStyle/>
          <a:p>
            <a:pPr marL="0" algn="l" defTabSz="457200" rtl="0" eaLnBrk="1" latinLnBrk="0" hangingPunct="1">
              <a:defRPr sz="2000">
                <a:latin typeface="微软雅黑"/>
              </a:defRPr>
            </a:pPr>
            <a:r>
              <a:rPr lang="en-US" sz="2000" kern="120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中文渲染与字体回退</a:t>
            </a:r>
          </a:p>
          <a:p>
            <a:pPr marL="0" algn="l" defTabSz="457200" rtl="0" eaLnBrk="1" latinLnBrk="0" hangingPunct="1">
              <a:defRPr sz="2000">
                <a:latin typeface="微软雅黑"/>
              </a:defRPr>
            </a:pPr>
            <a:r>
              <a:rPr lang="en-US" sz="2000" kern="120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母版占位符继承</a:t>
            </a:r>
          </a:p>
          <a:p>
            <a:pPr marL="0" algn="l" defTabSz="457200" rtl="0" eaLnBrk="1" latinLnBrk="0" hangingPunct="1">
              <a:defRPr sz="2000">
                <a:latin typeface="微软雅黑"/>
              </a:defRPr>
            </a:pPr>
            <a:r>
              <a:rPr lang="en-US" sz="2000" kern="120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LibreOfficeKit 转 PNG 保真度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DeepSeek Harness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《开局被鸽》视觉基调设定</dc:title>
  <dc:subject>Local PPTD v2 editable rendering</dc:subject>
  <dc:creator>DSH PPTD</dc:creator>
  <cp:lastModifiedBy>DSH PPTD</cp:lastModifiedBy>
  <cp:revision>1</cp:revision>
  <dcterms:created xsi:type="dcterms:W3CDTF">2026-10-19T07:54:45Z</dcterms:created>
  <dcterms:modified xsi:type="dcterms:W3CDTF">2026-10-19T07:54:45Z</dcterms:modified>
</cp:coreProperties>
</file>