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1-node-1-Title-1"/>
          <p:cNvSpPr txBox="0"/>
          <p:nvPr/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/>
        </p:spPr>
        <p:txBody>
          <a:bodyPr/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《开局被鸽》视觉基调设定</a:t>
            </a:r>
          </a:p>
        </p:txBody>
      </p:sp>
      <p:sp>
        <p:nvSpPr>
          <p:cNvPr id="3" name="slide-1-node-2-Subtitle-2"/>
          <p:cNvSpPr txBox="0"/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ctr" defTabSz="457200" rtl="0" eaLnBrk="1" latinLnBrk="0" hangingPunct="1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pPr>
            <a:r>
              <a:rPr lang="en-US" sz="18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Office 工具链连通性测试 · 2026-10-19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node-3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一、视觉基调总纲（一句话定位）</a:t>
            </a:r>
          </a:p>
        </p:txBody>
      </p:sp>
      <p:sp>
        <p:nvSpPr>
          <p:cNvPr id="3" name="slide-2-node-4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冷青 × 暗金主调，夜戏占比高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教堂冷白光 vs 家族宅邸暖金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命运戒指为唯一高饱和视觉焦点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node-5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二、对标影片（Visual Benchmarks）</a:t>
            </a:r>
          </a:p>
        </p:txBody>
      </p:sp>
      <p:sp>
        <p:nvSpPr>
          <p:cNvPr id="3" name="slide-3-node-6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冷青：权力/命运/系统提示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暗金：Elorza-Salazar 家族财富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血红：背叛与冲突爆发点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4-node-7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三、验证点</a:t>
            </a:r>
          </a:p>
        </p:txBody>
      </p:sp>
      <p:sp>
        <p:nvSpPr>
          <p:cNvPr id="3" name="slide-4-node-8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中文渲染与字体回退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母版占位符继承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LibreOfficeKit 转 PNG 保真度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《开局被鸽》视觉基调设定</dc:title>
  <dc:subject>Local PPTD v2 editable rendering</dc:subject>
  <dc:creator>DSH PPTD</dc:creator>
  <cp:lastModifiedBy>DSH PPTD</cp:lastModifiedBy>
  <cp:revision>1</cp:revision>
  <dcterms:created xsi:type="dcterms:W3CDTF">2026-10-19T07:48:40Z</dcterms:created>
  <dcterms:modified xsi:type="dcterms:W3CDTF">2026-10-19T07:48:40Z</dcterms:modified>
</cp:coreProperties>
</file>